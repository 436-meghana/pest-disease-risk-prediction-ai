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0ED3-34E4-D7D3-9D61-ADC617496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28E97C-C579-B9D0-BB68-E81A385DE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A386A-7369-C5AA-15CB-2EE6DD9F1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FB06E-0DFB-4D0C-8728-056D1BF8074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1AC6D-C4BE-8CD4-A203-D40097F37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234FA-F02A-3B31-2D94-32E2790B6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4052-2F14-483B-9452-62024078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2D64E-2AA4-4D79-CDD7-39751886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ABCB6-EB4E-9FC0-9F93-5FC7BEE60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D0D8B-92BF-3106-34B7-2B5951A2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FB06E-0DFB-4D0C-8728-056D1BF8074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A271A-B106-03A6-76EF-60A5D561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43F8B-D037-83C3-FA33-5DDBD73A9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4052-2F14-483B-9452-62024078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951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19C8E-3B64-EC76-5D58-8EF6431FC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EB065-3BAD-F47B-5C44-7F5E76938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8613E-7826-6218-A8B4-8A107A715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FB06E-0DFB-4D0C-8728-056D1BF8074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0AC33-21BC-DAEA-E0F4-16C618F16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A5A39-50EC-80E3-A2B4-6855440B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4052-2F14-483B-9452-62024078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54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0FFA-E02B-F146-A30B-C162854F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A52EB-3513-E1AF-F244-7436EC612D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429BF-5304-6919-1255-FACFF9991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5B81-0F7D-BB91-B546-3357631C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FB06E-0DFB-4D0C-8728-056D1BF8074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5B801-0C6B-BAA9-6DE6-D34D47C9B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44EC1-73D3-C3F9-0D6C-652DB5E1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4052-2F14-483B-9452-62024078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56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E7A0-4EBE-497D-C5F0-0AEDD2555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B1B52-33B6-4D69-CFF6-CC5757F89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30F80-4948-FDFA-9ECF-2FB29C9DF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BD760-2536-D9A6-7B98-B25E838A41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CC248-F74F-CBA0-6A5B-14DE69CE63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8418E-4ABD-9D6C-3728-C90EAFE3D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FB06E-0DFB-4D0C-8728-056D1BF8074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C0D9-30E6-DFFC-D78A-A2B1A0BC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59F56C-0C19-0841-F1F7-DF712B9B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4052-2F14-483B-9452-62024078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854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31672-190A-BC66-9C8B-C98A2D2AE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DFE024-0191-A3B8-B535-D56CA99DD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FB06E-0DFB-4D0C-8728-056D1BF8074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AAA1D-B248-6C50-9441-1C152513A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60B56-9404-CC83-CB7E-0D6E0D6D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4052-2F14-483B-9452-62024078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061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20601D-1A67-8136-3D09-31904FA8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FB06E-0DFB-4D0C-8728-056D1BF8074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EC9D6-BD35-7BEB-AF65-CD9CABD9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543E8-4008-A781-5121-D98F6405D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4052-2F14-483B-9452-62024078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30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B207-67B3-6012-9ED7-3BC41989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C0C5F-E958-ACE2-1762-581022B7E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DB5F2D-5E52-7320-DC5D-36A5C0638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A6716-EC2E-69C7-3BDC-DDA9FB083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FB06E-0DFB-4D0C-8728-056D1BF8074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7CB2C-62E3-16D3-15A5-20525E0F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6B67B-3B65-D2BF-4641-C73AFE52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4052-2F14-483B-9452-62024078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536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CE46F-CD2E-807F-412B-C8A149771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3AC152-EF3E-3EF4-2C4D-D717F4928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5919D-3ED4-50B5-563F-6D3AE07F5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DB1EE-734A-AB46-5B04-0BA942E21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FB06E-0DFB-4D0C-8728-056D1BF8074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34B86-D55C-CE6F-4985-7A215A8A4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DA824-6048-3234-B56D-87308268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4052-2F14-483B-9452-62024078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727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A08CD-922C-EAA5-A1E4-B32E7E8E8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16053-7E15-8EA1-3233-1E1BB7CC6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4210F-B3E9-2229-28DC-DF8FE80DB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FB06E-0DFB-4D0C-8728-056D1BF8074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FBEFD-CE1D-5F02-52BF-85CAB33F6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6E06D-8BBC-6624-C61B-A6FAF12C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4052-2F14-483B-9452-62024078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43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327AE4-BF81-CF71-E19B-9DD6F01195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CBD61-8266-20A5-E84D-0AC07D152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8BDF-E15F-D4C9-4B87-C681ECE2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FB06E-0DFB-4D0C-8728-056D1BF8074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5E22A-C44D-252C-BE21-D08ABAF4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AECAC-7459-F86E-7928-314F53548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4052-2F14-483B-9452-62024078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65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0EA71-8850-74B9-EA54-AF69BCF98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47B51-4950-31C0-AFC9-3B483EC9B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00D8D-713E-4588-4F56-159A0D95BD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FB06E-0DFB-4D0C-8728-056D1BF8074B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56A4D-0FCC-5F1F-5714-176DDBABD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36559-38E4-B33B-8CD8-970BB6527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64052-2F14-483B-9452-62024078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15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AC8DF-82CE-738E-D112-DB8CCE13A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8480"/>
            <a:ext cx="9144000" cy="1196963"/>
          </a:xfrm>
        </p:spPr>
        <p:txBody>
          <a:bodyPr>
            <a:noAutofit/>
          </a:bodyPr>
          <a:lstStyle/>
          <a:p>
            <a: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Pest or Disease Risk Prediction System</a:t>
            </a:r>
            <a:endParaRPr lang="en-IN" sz="4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F6CEE-8FE0-BC85-C008-277149E46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562" y="2668022"/>
            <a:ext cx="9144000" cy="3202858"/>
          </a:xfrm>
        </p:spPr>
        <p:txBody>
          <a:bodyPr>
            <a:norm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Mayavathi S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 Meghana</a:t>
            </a:r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College:</a:t>
            </a: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Alliance University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563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5FA4C-7790-487B-B3DB-59B384CCC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SDG Alignment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9DF63-737B-6FA8-26DA-5338D1FE4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610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b="1"/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SDG 2 – Zero Hunger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SDG 15 – Life on Land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412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9F8A0-D17E-C0A3-ABD9-3B007A98F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8721"/>
            <a:ext cx="10515600" cy="54682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40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Farmers often suffer crop losses due to pests and plant diseases because early warning information is limited or unavailable. Traditional methods rely on manual observation, which is time-consuming and often detects problems only after significant damage has occurred. This leads to reduced crop yield, economic loss, and excessive pesticide use.</a:t>
            </a:r>
            <a:endParaRPr lang="en-US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8869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3C063-72E7-40A8-6730-146BD9AD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AI Solution Overview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2E0D3-B881-0FC9-F273-036F7B485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/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Pest or Disease Risk Prediction System is an AI-based decision-support tool that: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Analyzes historical crop, weather, and environmental data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Identifies patterns linked to pest or disease outbreaks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Predicts risk levels (Low / Medium / High)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Provides preventive and eco-friendly advisory suggestions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Helps farmers take timely action to protect crops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on early warning and prevention, not diagnosis.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22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A19F-D911-0EFA-A415-34A50059C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0221"/>
          </a:xfrm>
        </p:spPr>
        <p:txBody>
          <a:bodyPr/>
          <a:lstStyle/>
          <a:p>
            <a:r>
              <a:rPr lang="en-US" b="1">
                <a:latin typeface="Times New Roman"/>
                <a:ea typeface="Calibri Light"/>
                <a:cs typeface="Calibri Light"/>
              </a:rPr>
              <a:t>Target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B9816-61E7-8E9C-4823-CE025B03A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94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b="1">
              <a:ea typeface="Calibri" panose="020F0502020204030204"/>
              <a:cs typeface="Calibri" panose="020F0502020204030204"/>
            </a:endParaRPr>
          </a:p>
          <a:p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Farmers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Agricultural extension officers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Farming communities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Agriculture students and researchers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3646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9745-4ACF-70CE-7042-471129A6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ea typeface="Calibri Light"/>
                <a:cs typeface="Calibri Light"/>
              </a:rPr>
              <a:t>Role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71228-B247-6422-094A-F51F41344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b="1">
              <a:ea typeface="Calibri" panose="020F0502020204030204"/>
              <a:cs typeface="Calibri" panose="020F0502020204030204"/>
            </a:endParaRPr>
          </a:p>
          <a:p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Pattern detection in weather and crop data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Risk classification (Low / Medium / High)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Predictive analysis for potential outbreaks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Recommendation generation for preventive measures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9688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F53CAA-D5C6-3801-5EA5-28E0CBC74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667" y="1459107"/>
            <a:ext cx="4247534" cy="514457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C81AA3-A691-F603-A9AA-20A1A6BC06C0}"/>
              </a:ext>
            </a:extLst>
          </p:cNvPr>
          <p:cNvSpPr txBox="1"/>
          <p:nvPr/>
        </p:nvSpPr>
        <p:spPr>
          <a:xfrm>
            <a:off x="5169474" y="579120"/>
            <a:ext cx="2877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119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34F50-52E1-D457-DF36-3D79FB4D6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AI Considerations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C0CCD-C0CD-EE25-CC2D-9F4A0F0AC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/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Fairness: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General agricultural data used, not biased toward specific regions or farmers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Risk prediction logic is explained in simple terms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Ethics: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No chemical overuse promotion or harmful advice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Privacy: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No personal or sensitive farmer data collected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27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4355-D756-30AB-F233-27D52FC5C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Expected Impact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2F805-4BB4-31DF-E8B1-3A1B4FA05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Reduced crop losses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Early pest and disease awareness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Lower pesticide usage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Improved crop yield and farmer income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Promotion of sustainable agriculture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306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12823-9B8F-136F-7E9E-486F6733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3740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What changes if this solution is implemented?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92563-6A03-F65D-3840-611681567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What changes if this solution is implemented?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Farmers receive early warnings about potential pest or disease risks, allowing them to take preventive action before major damage occurs.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Who benefits and how?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Farmers: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Reduced losses and better yields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Communities: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Improved food security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Reduced chemical usage and healthier ecosystems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81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Pest or Disease Risk Prediction System</vt:lpstr>
      <vt:lpstr>SDG Alignment</vt:lpstr>
      <vt:lpstr>PowerPoint Presentation</vt:lpstr>
      <vt:lpstr>AI Solution Overview </vt:lpstr>
      <vt:lpstr>Target Users</vt:lpstr>
      <vt:lpstr>Role of AI</vt:lpstr>
      <vt:lpstr>PowerPoint Presentation</vt:lpstr>
      <vt:lpstr>Responsible AI Considerations </vt:lpstr>
      <vt:lpstr>Expected Impact</vt:lpstr>
      <vt:lpstr>What changes if this solution is implemented?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Meghana Harimohana reddy</dc:creator>
  <cp:lastModifiedBy>Meghana Harimohana reddy</cp:lastModifiedBy>
  <cp:revision>1</cp:revision>
  <dcterms:created xsi:type="dcterms:W3CDTF">2026-01-18T13:40:24Z</dcterms:created>
  <dcterms:modified xsi:type="dcterms:W3CDTF">2026-01-19T13:30:47Z</dcterms:modified>
</cp:coreProperties>
</file>